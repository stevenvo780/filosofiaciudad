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FILOSOFÍA DE LA CIUDAD · UNIDAD URBAN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límite de la IA
</a:t>
            </a:r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el objeto epistémico
</a:t>
            </a:r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urbanismo computacional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lectura de Yuk Hui — “Sobre el límite de la inteligencia artificial”
</a:t>
            </a:r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Fragmentar el futuro. Ensayos sobre tecnodiversidad (Caja Negra, 2020), pp. 163-191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 Vallejo · 12 de junio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CONCEDAMOS LO EVIDENTE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es asombrosa — como asistente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67712"/>
            <a:ext cx="64008" cy="177393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Aplana curvas de aprendizaje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exigía meses de oficio —programar un modelo, leer un paper denso, montar una visualización— hoy toma horas.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2267712"/>
            <a:ext cx="64008" cy="1773936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creación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Prototipa, traduce, depura, documenta. Es un multiplicador de productividad intelectual.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8432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2267712"/>
            <a:ext cx="64008" cy="177393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Democratiza el acceso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la barrera de entrada a técnicas que antes pertenecían solo a especialistas.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73152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vengo a negar su poder. Vengo a preguntar </a:t>
            </a:r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clase de poder es</a:t>
            </a:r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GIRO DE LA PREGUNTA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esto es Filosofía de la Ciudad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del ingeniero es </a:t>
            </a:r>
            <a:pPr algn="l"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puede hacer la IA?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 del filósofo es otra: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73152" cy="914400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¿Cuál es el objeto epistémico del urbanismo? ¿Qué produce conocimiento sobre la ciudad?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trampa de época: confundir el 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acelerador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(la IA) con el 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(el modelo del mundo urbano).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 Hui y la pregunta por el límite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 no pregunta qué no puede hacer la IA —esa pregunta envejece con cada modelo nuevo—. Pregunta cómo 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el límite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una inteligencia que parece absorber toda función humana cuantificable.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73152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límite no es frontera técnica fija: es político y cosmológico.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21031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267712"/>
            <a:ext cx="64008" cy="16824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656832" y="22677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decisiva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56832" y="276148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tipo de MUNDO produce la IA cuando convierte la ciudad en datos computables?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GENEALOGÍA DEL LÍMITE ·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exteriorizada y recursividad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67712"/>
            <a:ext cx="64008" cy="1956816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es homo faber: fabrica herramientas, exterioriza. Tensión entre lo mecánico (automatismo) y lo vital (la duración). La IA exterioriza y desborda la intención humana.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21031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63056" y="2267712"/>
            <a:ext cx="64008" cy="19568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Cibernética (Wiener)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76148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del control y la comunicación. La retroalimentación hace que la máquina se regule a sí misma. Nace la máquina recursiva: la herramienta que se aplica a sí misma.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73152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herramienta al sistema autónomo. Pero, ¿basta la recursividad para tener fines propios?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GENEALOGÍA DEL LÍMITE · II — EL NÚCLEO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a la IA le falta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67712"/>
            <a:ext cx="64008" cy="18653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 / Simondon — juicio reflexionante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Juicio determinante: dada la regla, subsumir el caso (la IA lo hace de maravilla). Reflexionante: dado el caso, inventar la regla y darse el fin. La IA optimiza fines dados; no se los 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21031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63056" y="2267712"/>
            <a:ext cx="64008" cy="1865376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Dreyfus / Heidegger — mundo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761488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no es un conjunto de datos: es un horizonte de significatividad. Comprender es captar relevancia y contexto, no calcular. La IA no tiene mundo.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73152" cy="914400"/>
          </a:xfrm>
          <a:prstGeom prst="rect">
            <a:avLst/>
          </a:prstGeom>
          <a:solidFill>
            <a:srgbClr val="E052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límite: la IA computa dentro de un mundo y unos fines que no son suyos. Calcula; no significa.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GIRO EMPÍRICO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cálculos de verdad del urbanismo no se hacen con súper-IAs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hacen con modelos de cómputo sistémico: reglas locales, teoría de grafos, optimización, dinámica de agentes. Décadas anteriores a la IA generativa.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sigue son 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modelos reales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Ninguno es IA. Cada uno es un objeto epistémico: produce conocimiento sobre la ciudad.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IA, a lo sumo, me ayudó a montarlos más rápido. Eso es justamente la tesis.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1 · EMERGENCIA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Autómata celular — crecimiento urbano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mancha urbana emerge de reglas locales: difusión en bordes, chispazos espontáneos, atracción por vías. Sin plan central, sin IA.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SLEUTH — usado en planeación real para proyectar expansión.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E0A4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ontología: ciudad como proceso celular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cellular-autom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2 · MICRO → MACRO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Segregación de Schelling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locales leves producen segregación macro. Nadie la diseña: emerge. El modelo revela una verdad estructural invisible a la intuición.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Schelling, 1971 — Nobel de Economía. Cero 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epistemología: experimento mental ejecutable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sche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3 · TEORÍA DE GRAFOS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Sintaxis espacial — centralidad de la 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calle como grafo. La intermediación (betweenness) predice dónde habrá comercio, flujo, vida urbana. La estructura, no la apariencia, manda.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Hillier &amp; Hanson, The Social Logic of Space.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E05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ontología: ciudad como red de relaciones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space-synta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4 · OPTIMIZACIÓN DISTRIBUIDA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Physarum — red de transporte emergente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agentes-feromona conectan centros urbanos en una red casi-óptima. Un moho reproduce la red ferroviaria de Tokio. Cómputo sin cerebro.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Tero et al., Science 2010.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ontología: ciudad como organismo / flujo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physar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5 · MICROSIMULACIÓN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Tráfico basado en agentes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vehículo enruta y avanza; la congestión emerge de la interacción. Así se evalúan semáforos, peajes y trazados antes de construirlos.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MATSim, SUMO — estándar en planeación de transporte.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E0A4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técnica: ciudad como sistema dinámico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agent-traff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6 · GEOGRAFÍA CUANTITATIVA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gravitacional de interacción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entre dos centros ∝ masas / distancia^β. Modela migración, comercio, viajes. Arrastra un centro y los flujos se recalculan.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1970 — geografía cuantitativa clásica.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61B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epistemología: la fórmula como objeto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0B0E14"/>
          </a:solidFill>
          <a:ln w="12700">
            <a:solidFill>
              <a:srgbClr val="2A3344"/>
            </a:solidFill>
            <a:prstDash val="solid"/>
          </a:ln>
        </p:spPr>
      </p:sp>
      <p:pic>
        <p:nvPicPr>
          <p:cNvPr id="9" name="Image 0" descr="/workspace/03_Trabajos/Ponencia_Yuk_Hui/presentacion/assets/gra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489204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6053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versión interactiva en vivo en la web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·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Ontológico: cada modelo funda un mundo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modelo es neutral. Cada uno enuncia una ontología de la ciudad: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ciudad es…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 / oculta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Autómata celular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/ mancha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morfología · borra al habitante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Schelling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agregado de decisiones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segregación · simplifica el deseo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Sintaxis espacial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de relaciones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· ignora el sentido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Physarum / gravedad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organismo / campo de fuerzas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· naturaliza lo político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12080"/>
            <a:ext cx="73152" cy="914400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es la cosmotécnica de Hui: toda técnica produce un cosmos. El modelo no describe la ciudad: la instaura.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·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Técnico: ¿qué son, en rigor, estos cálculos?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67712"/>
            <a:ext cx="64008" cy="177393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urbanos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dinámicos discretos · teoría de grafos · optimización · emergencia. Mecanismos transparentes: la regla ES la explicación.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21031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63056" y="2267712"/>
            <a:ext cx="64008" cy="1773936"/>
          </a:xfrm>
          <a:prstGeom prst="rect">
            <a:avLst/>
          </a:prstGeom>
          <a:solidFill>
            <a:srgbClr val="E0524A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/ ML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76148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Aproximación estadística de funciones sobre datos. Correlación opaca: predice sin explicar. Acelera, ajusta, genera código.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73152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construye el modelo más rápido. El modelo ES el conocimiento. No confundas al albañil con la casa.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· III — LA 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Epistémico: la IA es acelerador, no sujeto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67712"/>
            <a:ext cx="64008" cy="1773936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epistémico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cómputo sistémico. Lo que porta fines, ontología y mundo.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2267712"/>
            <a:ext cx="64008" cy="177393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la 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Acelerador epistémico: aplana la curva de construir esos modelos. Instrumento, no fuente.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8432" y="2103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2267712"/>
            <a:ext cx="64008" cy="177393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267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límite (Hui)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761488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mundo ni juicio reflexionante, la IA no puede ser el objeto: no se da los fines del urbanismo.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73152" cy="9144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objeto epistémico del urbanismo no es la IA. Son los cálculos de orden sistémico — y la IA solo ayuda a parirlos ágilmente.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HUI, HASTA EL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ciudad produce cada cálculo?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cada modelo instaura un cosmos, elegir modelo es un acto político y cosmológico —no técnico—.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999232"/>
            <a:ext cx="64008" cy="159105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999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Tecnodiversidad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49300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la monocultura del “optimizar todo”: pluralidad de modelos, de cosmotécnicas, de mundos urbanos posibles.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2834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61B26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2999232"/>
            <a:ext cx="64008" cy="1591056"/>
          </a:xfrm>
          <a:prstGeom prst="rect">
            <a:avLst/>
          </a:prstGeom>
          <a:solidFill>
            <a:srgbClr val="E0A44E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999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Sur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9088" y="349300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ven nuestras ciudades latinoamericanas —informales, vivas— bajo modelos pensados para otra cosmología? ¿Qué modelos nos faltan?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 Hui · El límite de la IA y el objeto epistémico del urbanismo · Filosofía de la Ciudad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preguntas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Si la IA no tiene mundo, ¿qué mundo produce al gobernar la ciudad por datos?
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¿El “límite” en Hui es técnico o político?
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¿Qué cosmotécnica urbana latinoamericana estamos dejando de computar?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73152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E8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aplana la curva de aprendizaje. Pero elegir qué ciudad calcular sigue siendo, y será, nuestro.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· Steven Vallejo · Filosofía de la Ciudad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límite de la IA y el objeto epistémico del urbanismo computacional</dc:title>
  <dc:subject>PptxGenJS Presentation</dc:subject>
  <dc:creator>Steven Vallejo</dc:creator>
  <cp:lastModifiedBy>Steven Vallejo</cp:lastModifiedBy>
  <cp:revision>1</cp:revision>
  <dcterms:created xsi:type="dcterms:W3CDTF">2026-06-10T04:18:56Z</dcterms:created>
  <dcterms:modified xsi:type="dcterms:W3CDTF">2026-06-10T04:18:56Z</dcterms:modified>
</cp:coreProperties>
</file>